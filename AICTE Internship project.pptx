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2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BEE0A1-91C7-4D75-822C-F925D03D414D}" v="43" dt="2026-10-09T09:03:59.8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kha Kalyani" userId="5607b37fe71ccc07" providerId="LiveId" clId="{30D1C43B-E7A5-4D7E-B6C7-D1447CEA5E6A}"/>
    <pc:docChg chg="undo custSel addSld delSld modSld sldOrd modMainMaster">
      <pc:chgData name="Lekha Kalyani" userId="5607b37fe71ccc07" providerId="LiveId" clId="{30D1C43B-E7A5-4D7E-B6C7-D1447CEA5E6A}" dt="2026-10-09T09:08:50.135" v="594" actId="1076"/>
      <pc:docMkLst>
        <pc:docMk/>
      </pc:docMkLst>
      <pc:sldChg chg="addSp modSp mod setBg">
        <pc:chgData name="Lekha Kalyani" userId="5607b37fe71ccc07" providerId="LiveId" clId="{30D1C43B-E7A5-4D7E-B6C7-D1447CEA5E6A}" dt="2026-10-09T09:07:01.317" v="576" actId="1076"/>
        <pc:sldMkLst>
          <pc:docMk/>
          <pc:sldMk cId="2660818350" sldId="256"/>
        </pc:sldMkLst>
        <pc:spChg chg="mod">
          <ac:chgData name="Lekha Kalyani" userId="5607b37fe71ccc07" providerId="LiveId" clId="{30D1C43B-E7A5-4D7E-B6C7-D1447CEA5E6A}" dt="2026-10-08T19:41:06.489" v="170" actId="1076"/>
          <ac:spMkLst>
            <pc:docMk/>
            <pc:sldMk cId="2660818350" sldId="256"/>
            <ac:spMk id="2" creationId="{2A45C726-DC6E-029D-CB8B-6380BC08F990}"/>
          </ac:spMkLst>
        </pc:spChg>
        <pc:spChg chg="mod">
          <ac:chgData name="Lekha Kalyani" userId="5607b37fe71ccc07" providerId="LiveId" clId="{30D1C43B-E7A5-4D7E-B6C7-D1447CEA5E6A}" dt="2026-10-08T19:42:15.211" v="175" actId="113"/>
          <ac:spMkLst>
            <pc:docMk/>
            <pc:sldMk cId="2660818350" sldId="256"/>
            <ac:spMk id="3" creationId="{71FF0661-7BD8-CC01-EBDA-97AE86AB372C}"/>
          </ac:spMkLst>
        </pc:spChg>
        <pc:spChg chg="add mod">
          <ac:chgData name="Lekha Kalyani" userId="5607b37fe71ccc07" providerId="LiveId" clId="{30D1C43B-E7A5-4D7E-B6C7-D1447CEA5E6A}" dt="2026-10-08T19:44:39.414" v="188" actId="1076"/>
          <ac:spMkLst>
            <pc:docMk/>
            <pc:sldMk cId="2660818350" sldId="256"/>
            <ac:spMk id="6" creationId="{4BAA05D2-F3B7-FCED-4F8B-A6BEE34E7B9D}"/>
          </ac:spMkLst>
        </pc:spChg>
        <pc:picChg chg="add mod">
          <ac:chgData name="Lekha Kalyani" userId="5607b37fe71ccc07" providerId="LiveId" clId="{30D1C43B-E7A5-4D7E-B6C7-D1447CEA5E6A}" dt="2026-10-08T19:44:39.414" v="188" actId="1076"/>
          <ac:picMkLst>
            <pc:docMk/>
            <pc:sldMk cId="2660818350" sldId="256"/>
            <ac:picMk id="5" creationId="{00831857-2E0C-0586-2D01-E1791AE1452F}"/>
          </ac:picMkLst>
        </pc:picChg>
        <pc:picChg chg="add mod">
          <ac:chgData name="Lekha Kalyani" userId="5607b37fe71ccc07" providerId="LiveId" clId="{30D1C43B-E7A5-4D7E-B6C7-D1447CEA5E6A}" dt="2026-10-09T09:07:01.317" v="576" actId="1076"/>
          <ac:picMkLst>
            <pc:docMk/>
            <pc:sldMk cId="2660818350" sldId="256"/>
            <ac:picMk id="7" creationId="{9B2D528B-4764-8F78-D367-7BFD655CF289}"/>
          </ac:picMkLst>
        </pc:picChg>
      </pc:sldChg>
      <pc:sldChg chg="addSp modSp new mod ord">
        <pc:chgData name="Lekha Kalyani" userId="5607b37fe71ccc07" providerId="LiveId" clId="{30D1C43B-E7A5-4D7E-B6C7-D1447CEA5E6A}" dt="2026-10-09T09:06:49.316" v="574" actId="1076"/>
        <pc:sldMkLst>
          <pc:docMk/>
          <pc:sldMk cId="37385672" sldId="257"/>
        </pc:sldMkLst>
        <pc:spChg chg="mod">
          <ac:chgData name="Lekha Kalyani" userId="5607b37fe71ccc07" providerId="LiveId" clId="{30D1C43B-E7A5-4D7E-B6C7-D1447CEA5E6A}" dt="2026-10-08T19:33:00.619" v="125" actId="404"/>
          <ac:spMkLst>
            <pc:docMk/>
            <pc:sldMk cId="37385672" sldId="257"/>
            <ac:spMk id="2" creationId="{FE6B0A37-036C-6AF3-5F0B-7844CB31E388}"/>
          </ac:spMkLst>
        </pc:spChg>
        <pc:spChg chg="mod">
          <ac:chgData name="Lekha Kalyani" userId="5607b37fe71ccc07" providerId="LiveId" clId="{30D1C43B-E7A5-4D7E-B6C7-D1447CEA5E6A}" dt="2026-10-08T19:33:25.707" v="130" actId="20577"/>
          <ac:spMkLst>
            <pc:docMk/>
            <pc:sldMk cId="37385672" sldId="257"/>
            <ac:spMk id="3" creationId="{089E7A16-08E7-B2A9-DCB6-9A2BEA78A9B5}"/>
          </ac:spMkLst>
        </pc:spChg>
        <pc:picChg chg="add mod">
          <ac:chgData name="Lekha Kalyani" userId="5607b37fe71ccc07" providerId="LiveId" clId="{30D1C43B-E7A5-4D7E-B6C7-D1447CEA5E6A}" dt="2026-10-08T19:34:27.362" v="137" actId="1076"/>
          <ac:picMkLst>
            <pc:docMk/>
            <pc:sldMk cId="37385672" sldId="257"/>
            <ac:picMk id="5" creationId="{00ACE2FD-FBB2-1EC3-FC37-A168C9BC3F56}"/>
          </ac:picMkLst>
        </pc:picChg>
        <pc:picChg chg="add mod">
          <ac:chgData name="Lekha Kalyani" userId="5607b37fe71ccc07" providerId="LiveId" clId="{30D1C43B-E7A5-4D7E-B6C7-D1447CEA5E6A}" dt="2026-10-09T09:06:49.316" v="574" actId="1076"/>
          <ac:picMkLst>
            <pc:docMk/>
            <pc:sldMk cId="37385672" sldId="257"/>
            <ac:picMk id="6" creationId="{A2153358-67F8-A06C-2DE7-9AD261129930}"/>
          </ac:picMkLst>
        </pc:picChg>
        <pc:picChg chg="add mod">
          <ac:chgData name="Lekha Kalyani" userId="5607b37fe71ccc07" providerId="LiveId" clId="{30D1C43B-E7A5-4D7E-B6C7-D1447CEA5E6A}" dt="2026-10-08T19:34:44.885" v="140" actId="1076"/>
          <ac:picMkLst>
            <pc:docMk/>
            <pc:sldMk cId="37385672" sldId="257"/>
            <ac:picMk id="7" creationId="{5BC03077-0370-FD44-8B16-2580FD72AF76}"/>
          </ac:picMkLst>
        </pc:picChg>
        <pc:picChg chg="add mod">
          <ac:chgData name="Lekha Kalyani" userId="5607b37fe71ccc07" providerId="LiveId" clId="{30D1C43B-E7A5-4D7E-B6C7-D1447CEA5E6A}" dt="2026-10-08T19:38:32.802" v="149" actId="1440"/>
          <ac:picMkLst>
            <pc:docMk/>
            <pc:sldMk cId="37385672" sldId="257"/>
            <ac:picMk id="9" creationId="{E77B7F40-F805-D300-E0E9-6234BBC2C911}"/>
          </ac:picMkLst>
        </pc:picChg>
      </pc:sldChg>
      <pc:sldChg chg="addSp delSp modSp new mod">
        <pc:chgData name="Lekha Kalyani" userId="5607b37fe71ccc07" providerId="LiveId" clId="{30D1C43B-E7A5-4D7E-B6C7-D1447CEA5E6A}" dt="2026-10-09T09:07:15.847" v="578" actId="1076"/>
        <pc:sldMkLst>
          <pc:docMk/>
          <pc:sldMk cId="3126702280" sldId="258"/>
        </pc:sldMkLst>
        <pc:spChg chg="mod">
          <ac:chgData name="Lekha Kalyani" userId="5607b37fe71ccc07" providerId="LiveId" clId="{30D1C43B-E7A5-4D7E-B6C7-D1447CEA5E6A}" dt="2026-10-08T19:59:43.135" v="298" actId="20577"/>
          <ac:spMkLst>
            <pc:docMk/>
            <pc:sldMk cId="3126702280" sldId="258"/>
            <ac:spMk id="2" creationId="{4262D030-DCFF-ED94-2EC8-AF5C8B7C9FCD}"/>
          </ac:spMkLst>
        </pc:spChg>
        <pc:spChg chg="del mod">
          <ac:chgData name="Lekha Kalyani" userId="5607b37fe71ccc07" providerId="LiveId" clId="{30D1C43B-E7A5-4D7E-B6C7-D1447CEA5E6A}" dt="2026-10-08T20:00:03.929" v="299" actId="931"/>
          <ac:spMkLst>
            <pc:docMk/>
            <pc:sldMk cId="3126702280" sldId="258"/>
            <ac:spMk id="3" creationId="{4039C024-7411-5496-5F10-6103491DFB5C}"/>
          </ac:spMkLst>
        </pc:spChg>
        <pc:picChg chg="add mod">
          <ac:chgData name="Lekha Kalyani" userId="5607b37fe71ccc07" providerId="LiveId" clId="{30D1C43B-E7A5-4D7E-B6C7-D1447CEA5E6A}" dt="2026-10-09T09:07:15.847" v="578" actId="1076"/>
          <ac:picMkLst>
            <pc:docMk/>
            <pc:sldMk cId="3126702280" sldId="258"/>
            <ac:picMk id="4" creationId="{A024412D-0CC0-CEF5-C88C-02CED546D403}"/>
          </ac:picMkLst>
        </pc:picChg>
        <pc:picChg chg="add mod ord">
          <ac:chgData name="Lekha Kalyani" userId="5607b37fe71ccc07" providerId="LiveId" clId="{30D1C43B-E7A5-4D7E-B6C7-D1447CEA5E6A}" dt="2026-10-08T20:00:30.623" v="300" actId="1440"/>
          <ac:picMkLst>
            <pc:docMk/>
            <pc:sldMk cId="3126702280" sldId="258"/>
            <ac:picMk id="5" creationId="{EF6801E5-3AD2-3AFC-2AF6-6ABB3E49B3EF}"/>
          </ac:picMkLst>
        </pc:picChg>
      </pc:sldChg>
      <pc:sldChg chg="addSp delSp modSp new mod">
        <pc:chgData name="Lekha Kalyani" userId="5607b37fe71ccc07" providerId="LiveId" clId="{30D1C43B-E7A5-4D7E-B6C7-D1447CEA5E6A}" dt="2026-10-09T09:07:34.886" v="580" actId="1076"/>
        <pc:sldMkLst>
          <pc:docMk/>
          <pc:sldMk cId="3541472005" sldId="259"/>
        </pc:sldMkLst>
        <pc:spChg chg="mod">
          <ac:chgData name="Lekha Kalyani" userId="5607b37fe71ccc07" providerId="LiveId" clId="{30D1C43B-E7A5-4D7E-B6C7-D1447CEA5E6A}" dt="2026-10-09T08:37:17.368" v="323" actId="1076"/>
          <ac:spMkLst>
            <pc:docMk/>
            <pc:sldMk cId="3541472005" sldId="259"/>
            <ac:spMk id="2" creationId="{4B103B58-1A3A-14D7-980B-A26F848F2DF3}"/>
          </ac:spMkLst>
        </pc:spChg>
        <pc:spChg chg="del mod">
          <ac:chgData name="Lekha Kalyani" userId="5607b37fe71ccc07" providerId="LiveId" clId="{30D1C43B-E7A5-4D7E-B6C7-D1447CEA5E6A}" dt="2026-10-09T08:38:17.161" v="324" actId="931"/>
          <ac:spMkLst>
            <pc:docMk/>
            <pc:sldMk cId="3541472005" sldId="259"/>
            <ac:spMk id="3" creationId="{CC3EB2EE-385E-093F-6985-E7713DBC24BF}"/>
          </ac:spMkLst>
        </pc:spChg>
        <pc:picChg chg="add mod ord">
          <ac:chgData name="Lekha Kalyani" userId="5607b37fe71ccc07" providerId="LiveId" clId="{30D1C43B-E7A5-4D7E-B6C7-D1447CEA5E6A}" dt="2026-10-09T08:38:27.742" v="326" actId="1076"/>
          <ac:picMkLst>
            <pc:docMk/>
            <pc:sldMk cId="3541472005" sldId="259"/>
            <ac:picMk id="5" creationId="{5D503D14-EF48-8007-4BFB-F46873290C1A}"/>
          </ac:picMkLst>
        </pc:picChg>
        <pc:picChg chg="add mod">
          <ac:chgData name="Lekha Kalyani" userId="5607b37fe71ccc07" providerId="LiveId" clId="{30D1C43B-E7A5-4D7E-B6C7-D1447CEA5E6A}" dt="2026-10-09T09:07:34.886" v="580" actId="1076"/>
          <ac:picMkLst>
            <pc:docMk/>
            <pc:sldMk cId="3541472005" sldId="259"/>
            <ac:picMk id="7" creationId="{CB4C6CF5-E02A-2DDE-FD93-ADA575CE7A27}"/>
          </ac:picMkLst>
        </pc:picChg>
      </pc:sldChg>
      <pc:sldChg chg="addSp delSp modSp new mod">
        <pc:chgData name="Lekha Kalyani" userId="5607b37fe71ccc07" providerId="LiveId" clId="{30D1C43B-E7A5-4D7E-B6C7-D1447CEA5E6A}" dt="2026-10-09T09:07:43.934" v="582" actId="1076"/>
        <pc:sldMkLst>
          <pc:docMk/>
          <pc:sldMk cId="4249432091" sldId="260"/>
        </pc:sldMkLst>
        <pc:spChg chg="mod">
          <ac:chgData name="Lekha Kalyani" userId="5607b37fe71ccc07" providerId="LiveId" clId="{30D1C43B-E7A5-4D7E-B6C7-D1447CEA5E6A}" dt="2026-10-09T08:43:05.168" v="357" actId="113"/>
          <ac:spMkLst>
            <pc:docMk/>
            <pc:sldMk cId="4249432091" sldId="260"/>
            <ac:spMk id="2" creationId="{A1CCA403-3744-AF40-2AB8-42137344CA8B}"/>
          </ac:spMkLst>
        </pc:spChg>
        <pc:spChg chg="del mod">
          <ac:chgData name="Lekha Kalyani" userId="5607b37fe71ccc07" providerId="LiveId" clId="{30D1C43B-E7A5-4D7E-B6C7-D1447CEA5E6A}" dt="2026-10-09T08:42:18.151" v="349" actId="931"/>
          <ac:spMkLst>
            <pc:docMk/>
            <pc:sldMk cId="4249432091" sldId="260"/>
            <ac:spMk id="3" creationId="{57B3DF47-C5FD-4C4E-F096-C6D245343B0F}"/>
          </ac:spMkLst>
        </pc:spChg>
        <pc:picChg chg="add mod ord">
          <ac:chgData name="Lekha Kalyani" userId="5607b37fe71ccc07" providerId="LiveId" clId="{30D1C43B-E7A5-4D7E-B6C7-D1447CEA5E6A}" dt="2026-10-09T08:42:42.448" v="353" actId="14100"/>
          <ac:picMkLst>
            <pc:docMk/>
            <pc:sldMk cId="4249432091" sldId="260"/>
            <ac:picMk id="5" creationId="{5D61D658-B379-6953-313D-99A0EE107B86}"/>
          </ac:picMkLst>
        </pc:picChg>
        <pc:picChg chg="add mod">
          <ac:chgData name="Lekha Kalyani" userId="5607b37fe71ccc07" providerId="LiveId" clId="{30D1C43B-E7A5-4D7E-B6C7-D1447CEA5E6A}" dt="2026-10-09T09:07:43.934" v="582" actId="1076"/>
          <ac:picMkLst>
            <pc:docMk/>
            <pc:sldMk cId="4249432091" sldId="260"/>
            <ac:picMk id="7" creationId="{188FE754-80CB-E5D5-220E-B127B0845D03}"/>
          </ac:picMkLst>
        </pc:picChg>
      </pc:sldChg>
      <pc:sldChg chg="addSp delSp modSp new mod">
        <pc:chgData name="Lekha Kalyani" userId="5607b37fe71ccc07" providerId="LiveId" clId="{30D1C43B-E7A5-4D7E-B6C7-D1447CEA5E6A}" dt="2026-10-09T09:07:55.679" v="584" actId="1076"/>
        <pc:sldMkLst>
          <pc:docMk/>
          <pc:sldMk cId="4086436091" sldId="261"/>
        </pc:sldMkLst>
        <pc:spChg chg="mod">
          <ac:chgData name="Lekha Kalyani" userId="5607b37fe71ccc07" providerId="LiveId" clId="{30D1C43B-E7A5-4D7E-B6C7-D1447CEA5E6A}" dt="2026-10-09T08:50:24.314" v="384" actId="404"/>
          <ac:spMkLst>
            <pc:docMk/>
            <pc:sldMk cId="4086436091" sldId="261"/>
            <ac:spMk id="2" creationId="{32ACCD28-BC4E-03D2-E0B2-40257564556A}"/>
          </ac:spMkLst>
        </pc:spChg>
        <pc:spChg chg="del">
          <ac:chgData name="Lekha Kalyani" userId="5607b37fe71ccc07" providerId="LiveId" clId="{30D1C43B-E7A5-4D7E-B6C7-D1447CEA5E6A}" dt="2026-10-09T08:49:00.128" v="374" actId="22"/>
          <ac:spMkLst>
            <pc:docMk/>
            <pc:sldMk cId="4086436091" sldId="261"/>
            <ac:spMk id="3" creationId="{BB6FFE0F-61B8-FCF7-1312-FAADCBE6E0B3}"/>
          </ac:spMkLst>
        </pc:spChg>
        <pc:picChg chg="add mod ord">
          <ac:chgData name="Lekha Kalyani" userId="5607b37fe71ccc07" providerId="LiveId" clId="{30D1C43B-E7A5-4D7E-B6C7-D1447CEA5E6A}" dt="2026-10-09T08:49:42.526" v="377" actId="14100"/>
          <ac:picMkLst>
            <pc:docMk/>
            <pc:sldMk cId="4086436091" sldId="261"/>
            <ac:picMk id="5" creationId="{102FC0B5-7345-067F-0B96-633EF6BF8968}"/>
          </ac:picMkLst>
        </pc:picChg>
        <pc:picChg chg="add mod">
          <ac:chgData name="Lekha Kalyani" userId="5607b37fe71ccc07" providerId="LiveId" clId="{30D1C43B-E7A5-4D7E-B6C7-D1447CEA5E6A}" dt="2026-10-09T09:07:55.679" v="584" actId="1076"/>
          <ac:picMkLst>
            <pc:docMk/>
            <pc:sldMk cId="4086436091" sldId="261"/>
            <ac:picMk id="7" creationId="{A3C3E3ED-2640-A28D-9D4E-062A60D9F5D6}"/>
          </ac:picMkLst>
        </pc:picChg>
      </pc:sldChg>
      <pc:sldChg chg="addSp delSp modSp new mod ord">
        <pc:chgData name="Lekha Kalyani" userId="5607b37fe71ccc07" providerId="LiveId" clId="{30D1C43B-E7A5-4D7E-B6C7-D1447CEA5E6A}" dt="2026-10-08T19:57:55.129" v="266"/>
        <pc:sldMkLst>
          <pc:docMk/>
          <pc:sldMk cId="1655406709" sldId="262"/>
        </pc:sldMkLst>
        <pc:spChg chg="mod">
          <ac:chgData name="Lekha Kalyani" userId="5607b37fe71ccc07" providerId="LiveId" clId="{30D1C43B-E7A5-4D7E-B6C7-D1447CEA5E6A}" dt="2026-10-08T19:50:40.058" v="236" actId="20577"/>
          <ac:spMkLst>
            <pc:docMk/>
            <pc:sldMk cId="1655406709" sldId="262"/>
            <ac:spMk id="2" creationId="{8413D615-7D6A-96AD-1B2D-277E868270FC}"/>
          </ac:spMkLst>
        </pc:spChg>
        <pc:spChg chg="mod">
          <ac:chgData name="Lekha Kalyani" userId="5607b37fe71ccc07" providerId="LiveId" clId="{30D1C43B-E7A5-4D7E-B6C7-D1447CEA5E6A}" dt="2026-10-08T19:49:11.129" v="210" actId="113"/>
          <ac:spMkLst>
            <pc:docMk/>
            <pc:sldMk cId="1655406709" sldId="262"/>
            <ac:spMk id="3" creationId="{1436373F-5EB4-2A5A-44FC-564083147710}"/>
          </ac:spMkLst>
        </pc:spChg>
        <pc:spChg chg="add del mod ord">
          <ac:chgData name="Lekha Kalyani" userId="5607b37fe71ccc07" providerId="LiveId" clId="{30D1C43B-E7A5-4D7E-B6C7-D1447CEA5E6A}" dt="2026-10-08T19:56:35.949" v="254" actId="478"/>
          <ac:spMkLst>
            <pc:docMk/>
            <pc:sldMk cId="1655406709" sldId="262"/>
            <ac:spMk id="9" creationId="{6897F473-1ECA-D7A5-783E-3A8FC17F730F}"/>
          </ac:spMkLst>
        </pc:spChg>
        <pc:graphicFrameChg chg="add mod modGraphic">
          <ac:chgData name="Lekha Kalyani" userId="5607b37fe71ccc07" providerId="LiveId" clId="{30D1C43B-E7A5-4D7E-B6C7-D1447CEA5E6A}" dt="2026-10-08T19:57:41.038" v="262" actId="1076"/>
          <ac:graphicFrameMkLst>
            <pc:docMk/>
            <pc:sldMk cId="1655406709" sldId="262"/>
            <ac:graphicFrameMk id="6" creationId="{CDBF5734-8BFB-E0ED-2F99-189510410B0B}"/>
          </ac:graphicFrameMkLst>
        </pc:graphicFrameChg>
        <pc:graphicFrameChg chg="add mod modGraphic">
          <ac:chgData name="Lekha Kalyani" userId="5607b37fe71ccc07" providerId="LiveId" clId="{30D1C43B-E7A5-4D7E-B6C7-D1447CEA5E6A}" dt="2026-10-08T19:57:47.249" v="264" actId="1076"/>
          <ac:graphicFrameMkLst>
            <pc:docMk/>
            <pc:sldMk cId="1655406709" sldId="262"/>
            <ac:graphicFrameMk id="10" creationId="{10B1D648-1028-AEE3-2E21-E53D5C13A67E}"/>
          </ac:graphicFrameMkLst>
        </pc:graphicFrameChg>
        <pc:picChg chg="add mod">
          <ac:chgData name="Lekha Kalyani" userId="5607b37fe71ccc07" providerId="LiveId" clId="{30D1C43B-E7A5-4D7E-B6C7-D1447CEA5E6A}" dt="2026-10-08T19:50:47.906" v="237" actId="14100"/>
          <ac:picMkLst>
            <pc:docMk/>
            <pc:sldMk cId="1655406709" sldId="262"/>
            <ac:picMk id="5" creationId="{BD8EA669-83BF-D50C-315F-6C60E630FFDE}"/>
          </ac:picMkLst>
        </pc:picChg>
        <pc:picChg chg="add del mod ord">
          <ac:chgData name="Lekha Kalyani" userId="5607b37fe71ccc07" providerId="LiveId" clId="{30D1C43B-E7A5-4D7E-B6C7-D1447CEA5E6A}" dt="2026-10-08T19:56:35.949" v="254" actId="478"/>
          <ac:picMkLst>
            <pc:docMk/>
            <pc:sldMk cId="1655406709" sldId="262"/>
            <ac:picMk id="8" creationId="{3C87CDD7-2903-92A5-0581-5B2A22E4D963}"/>
          </ac:picMkLst>
        </pc:picChg>
      </pc:sldChg>
      <pc:sldChg chg="addSp delSp modSp new mod">
        <pc:chgData name="Lekha Kalyani" userId="5607b37fe71ccc07" providerId="LiveId" clId="{30D1C43B-E7A5-4D7E-B6C7-D1447CEA5E6A}" dt="2026-10-09T09:08:08.313" v="586" actId="1076"/>
        <pc:sldMkLst>
          <pc:docMk/>
          <pc:sldMk cId="28788635" sldId="263"/>
        </pc:sldMkLst>
        <pc:spChg chg="mod">
          <ac:chgData name="Lekha Kalyani" userId="5607b37fe71ccc07" providerId="LiveId" clId="{30D1C43B-E7A5-4D7E-B6C7-D1447CEA5E6A}" dt="2026-10-09T08:54:20.258" v="412" actId="1076"/>
          <ac:spMkLst>
            <pc:docMk/>
            <pc:sldMk cId="28788635" sldId="263"/>
            <ac:spMk id="2" creationId="{2E0B7D34-1970-381B-D8F8-DE39AF00C1C6}"/>
          </ac:spMkLst>
        </pc:spChg>
        <pc:spChg chg="del">
          <ac:chgData name="Lekha Kalyani" userId="5607b37fe71ccc07" providerId="LiveId" clId="{30D1C43B-E7A5-4D7E-B6C7-D1447CEA5E6A}" dt="2026-10-09T08:53:06.797" v="401" actId="931"/>
          <ac:spMkLst>
            <pc:docMk/>
            <pc:sldMk cId="28788635" sldId="263"/>
            <ac:spMk id="3" creationId="{D0C564C8-04EB-9351-1D35-B0FDD44CF946}"/>
          </ac:spMkLst>
        </pc:spChg>
        <pc:picChg chg="add mod ord">
          <ac:chgData name="Lekha Kalyani" userId="5607b37fe71ccc07" providerId="LiveId" clId="{30D1C43B-E7A5-4D7E-B6C7-D1447CEA5E6A}" dt="2026-10-09T08:53:21.304" v="404" actId="1076"/>
          <ac:picMkLst>
            <pc:docMk/>
            <pc:sldMk cId="28788635" sldId="263"/>
            <ac:picMk id="5" creationId="{DBEF19D1-F578-BF94-8219-9FFF64F4A2D1}"/>
          </ac:picMkLst>
        </pc:picChg>
        <pc:picChg chg="add mod">
          <ac:chgData name="Lekha Kalyani" userId="5607b37fe71ccc07" providerId="LiveId" clId="{30D1C43B-E7A5-4D7E-B6C7-D1447CEA5E6A}" dt="2026-10-09T09:08:08.313" v="586" actId="1076"/>
          <ac:picMkLst>
            <pc:docMk/>
            <pc:sldMk cId="28788635" sldId="263"/>
            <ac:picMk id="7" creationId="{F1BFCF39-8EEE-B74A-DE79-A5B8B83254F5}"/>
          </ac:picMkLst>
        </pc:picChg>
      </pc:sldChg>
      <pc:sldChg chg="modSp new del mod">
        <pc:chgData name="Lekha Kalyani" userId="5607b37fe71ccc07" providerId="LiveId" clId="{30D1C43B-E7A5-4D7E-B6C7-D1447CEA5E6A}" dt="2026-10-08T19:48:12.679" v="206" actId="680"/>
        <pc:sldMkLst>
          <pc:docMk/>
          <pc:sldMk cId="292706824" sldId="263"/>
        </pc:sldMkLst>
        <pc:spChg chg="mod">
          <ac:chgData name="Lekha Kalyani" userId="5607b37fe71ccc07" providerId="LiveId" clId="{30D1C43B-E7A5-4D7E-B6C7-D1447CEA5E6A}" dt="2026-10-08T19:48:12.065" v="205"/>
          <ac:spMkLst>
            <pc:docMk/>
            <pc:sldMk cId="292706824" sldId="263"/>
            <ac:spMk id="2" creationId="{4F04E3EF-D85E-12E8-A440-423363F1400F}"/>
          </ac:spMkLst>
        </pc:spChg>
      </pc:sldChg>
      <pc:sldChg chg="addSp modSp new mod">
        <pc:chgData name="Lekha Kalyani" userId="5607b37fe71ccc07" providerId="LiveId" clId="{30D1C43B-E7A5-4D7E-B6C7-D1447CEA5E6A}" dt="2026-10-09T09:08:19.808" v="588" actId="1076"/>
        <pc:sldMkLst>
          <pc:docMk/>
          <pc:sldMk cId="1419312308" sldId="264"/>
        </pc:sldMkLst>
        <pc:spChg chg="mod">
          <ac:chgData name="Lekha Kalyani" userId="5607b37fe71ccc07" providerId="LiveId" clId="{30D1C43B-E7A5-4D7E-B6C7-D1447CEA5E6A}" dt="2026-10-09T08:55:09.358" v="418" actId="115"/>
          <ac:spMkLst>
            <pc:docMk/>
            <pc:sldMk cId="1419312308" sldId="264"/>
            <ac:spMk id="2" creationId="{80894D8A-972A-98BE-1483-D11A152C340C}"/>
          </ac:spMkLst>
        </pc:spChg>
        <pc:spChg chg="mod">
          <ac:chgData name="Lekha Kalyani" userId="5607b37fe71ccc07" providerId="LiveId" clId="{30D1C43B-E7A5-4D7E-B6C7-D1447CEA5E6A}" dt="2026-10-09T08:57:48.686" v="482" actId="5793"/>
          <ac:spMkLst>
            <pc:docMk/>
            <pc:sldMk cId="1419312308" sldId="264"/>
            <ac:spMk id="3" creationId="{2519B470-DAA1-0AE0-FC35-E4AB38A60B99}"/>
          </ac:spMkLst>
        </pc:spChg>
        <pc:picChg chg="add mod">
          <ac:chgData name="Lekha Kalyani" userId="5607b37fe71ccc07" providerId="LiveId" clId="{30D1C43B-E7A5-4D7E-B6C7-D1447CEA5E6A}" dt="2026-10-09T08:58:21.874" v="486" actId="1076"/>
          <ac:picMkLst>
            <pc:docMk/>
            <pc:sldMk cId="1419312308" sldId="264"/>
            <ac:picMk id="5" creationId="{4D872231-CF94-FBE5-0D15-FC1653281F80}"/>
          </ac:picMkLst>
        </pc:picChg>
        <pc:picChg chg="add mod">
          <ac:chgData name="Lekha Kalyani" userId="5607b37fe71ccc07" providerId="LiveId" clId="{30D1C43B-E7A5-4D7E-B6C7-D1447CEA5E6A}" dt="2026-10-09T09:08:19.808" v="588" actId="1076"/>
          <ac:picMkLst>
            <pc:docMk/>
            <pc:sldMk cId="1419312308" sldId="264"/>
            <ac:picMk id="7" creationId="{1860F824-D49B-D8D3-2F6C-76B7DD7B05C0}"/>
          </ac:picMkLst>
        </pc:picChg>
      </pc:sldChg>
      <pc:sldChg chg="addSp modSp new mod">
        <pc:chgData name="Lekha Kalyani" userId="5607b37fe71ccc07" providerId="LiveId" clId="{30D1C43B-E7A5-4D7E-B6C7-D1447CEA5E6A}" dt="2026-10-09T09:08:28.737" v="590" actId="1076"/>
        <pc:sldMkLst>
          <pc:docMk/>
          <pc:sldMk cId="2707906173" sldId="265"/>
        </pc:sldMkLst>
        <pc:spChg chg="mod">
          <ac:chgData name="Lekha Kalyani" userId="5607b37fe71ccc07" providerId="LiveId" clId="{30D1C43B-E7A5-4D7E-B6C7-D1447CEA5E6A}" dt="2026-10-09T08:59:57.980" v="496" actId="115"/>
          <ac:spMkLst>
            <pc:docMk/>
            <pc:sldMk cId="2707906173" sldId="265"/>
            <ac:spMk id="2" creationId="{7276BFCF-F3EA-96D3-83EC-E27699F57B8C}"/>
          </ac:spMkLst>
        </pc:spChg>
        <pc:spChg chg="mod">
          <ac:chgData name="Lekha Kalyani" userId="5607b37fe71ccc07" providerId="LiveId" clId="{30D1C43B-E7A5-4D7E-B6C7-D1447CEA5E6A}" dt="2026-10-09T08:59:45.328" v="493" actId="113"/>
          <ac:spMkLst>
            <pc:docMk/>
            <pc:sldMk cId="2707906173" sldId="265"/>
            <ac:spMk id="3" creationId="{9E856E95-14E6-5D71-938B-6A080E6B552F}"/>
          </ac:spMkLst>
        </pc:spChg>
        <pc:picChg chg="add mod">
          <ac:chgData name="Lekha Kalyani" userId="5607b37fe71ccc07" providerId="LiveId" clId="{30D1C43B-E7A5-4D7E-B6C7-D1447CEA5E6A}" dt="2026-10-09T09:08:28.737" v="590" actId="1076"/>
          <ac:picMkLst>
            <pc:docMk/>
            <pc:sldMk cId="2707906173" sldId="265"/>
            <ac:picMk id="5" creationId="{11BE46DA-11F8-4421-24FE-7E438A953CBA}"/>
          </ac:picMkLst>
        </pc:picChg>
      </pc:sldChg>
      <pc:sldChg chg="addSp modSp new mod">
        <pc:chgData name="Lekha Kalyani" userId="5607b37fe71ccc07" providerId="LiveId" clId="{30D1C43B-E7A5-4D7E-B6C7-D1447CEA5E6A}" dt="2026-10-09T09:08:38.238" v="592" actId="1076"/>
        <pc:sldMkLst>
          <pc:docMk/>
          <pc:sldMk cId="1063931958" sldId="266"/>
        </pc:sldMkLst>
        <pc:spChg chg="mod">
          <ac:chgData name="Lekha Kalyani" userId="5607b37fe71ccc07" providerId="LiveId" clId="{30D1C43B-E7A5-4D7E-B6C7-D1447CEA5E6A}" dt="2026-10-09T09:00:48.793" v="502" actId="404"/>
          <ac:spMkLst>
            <pc:docMk/>
            <pc:sldMk cId="1063931958" sldId="266"/>
            <ac:spMk id="2" creationId="{DADD6C57-6E76-A013-8795-876021C485A4}"/>
          </ac:spMkLst>
        </pc:spChg>
        <pc:spChg chg="mod">
          <ac:chgData name="Lekha Kalyani" userId="5607b37fe71ccc07" providerId="LiveId" clId="{30D1C43B-E7A5-4D7E-B6C7-D1447CEA5E6A}" dt="2026-10-09T09:00:56.928" v="503" actId="113"/>
          <ac:spMkLst>
            <pc:docMk/>
            <pc:sldMk cId="1063931958" sldId="266"/>
            <ac:spMk id="3" creationId="{D9A464C0-E606-D05E-1B45-197C73B53401}"/>
          </ac:spMkLst>
        </pc:spChg>
        <pc:picChg chg="add mod">
          <ac:chgData name="Lekha Kalyani" userId="5607b37fe71ccc07" providerId="LiveId" clId="{30D1C43B-E7A5-4D7E-B6C7-D1447CEA5E6A}" dt="2026-10-09T09:08:38.238" v="592" actId="1076"/>
          <ac:picMkLst>
            <pc:docMk/>
            <pc:sldMk cId="1063931958" sldId="266"/>
            <ac:picMk id="5" creationId="{CF7770A7-942E-C6DC-8339-D12A738BF047}"/>
          </ac:picMkLst>
        </pc:picChg>
      </pc:sldChg>
      <pc:sldChg chg="addSp modSp new mod">
        <pc:chgData name="Lekha Kalyani" userId="5607b37fe71ccc07" providerId="LiveId" clId="{30D1C43B-E7A5-4D7E-B6C7-D1447CEA5E6A}" dt="2026-10-09T09:08:50.135" v="594" actId="1076"/>
        <pc:sldMkLst>
          <pc:docMk/>
          <pc:sldMk cId="864287650" sldId="267"/>
        </pc:sldMkLst>
        <pc:spChg chg="mod">
          <ac:chgData name="Lekha Kalyani" userId="5607b37fe71ccc07" providerId="LiveId" clId="{30D1C43B-E7A5-4D7E-B6C7-D1447CEA5E6A}" dt="2026-10-09T09:03:11.321" v="512" actId="403"/>
          <ac:spMkLst>
            <pc:docMk/>
            <pc:sldMk cId="864287650" sldId="267"/>
            <ac:spMk id="2" creationId="{DC5EB72F-E7E7-4371-55F5-99E939967AB8}"/>
          </ac:spMkLst>
        </pc:spChg>
        <pc:spChg chg="mod">
          <ac:chgData name="Lekha Kalyani" userId="5607b37fe71ccc07" providerId="LiveId" clId="{30D1C43B-E7A5-4D7E-B6C7-D1447CEA5E6A}" dt="2026-10-09T09:03:01.280" v="506" actId="113"/>
          <ac:spMkLst>
            <pc:docMk/>
            <pc:sldMk cId="864287650" sldId="267"/>
            <ac:spMk id="3" creationId="{EB6FDC86-3AAE-F511-9811-A11B2FCC3089}"/>
          </ac:spMkLst>
        </pc:spChg>
        <pc:picChg chg="add mod">
          <ac:chgData name="Lekha Kalyani" userId="5607b37fe71ccc07" providerId="LiveId" clId="{30D1C43B-E7A5-4D7E-B6C7-D1447CEA5E6A}" dt="2026-10-09T09:08:50.135" v="594" actId="1076"/>
          <ac:picMkLst>
            <pc:docMk/>
            <pc:sldMk cId="864287650" sldId="267"/>
            <ac:picMk id="5" creationId="{29441298-341B-4AEB-6B23-914A2944E280}"/>
          </ac:picMkLst>
        </pc:picChg>
      </pc:sldChg>
      <pc:sldChg chg="modSp new mod">
        <pc:chgData name="Lekha Kalyani" userId="5607b37fe71ccc07" providerId="LiveId" clId="{30D1C43B-E7A5-4D7E-B6C7-D1447CEA5E6A}" dt="2026-10-09T09:05:29.927" v="568" actId="20577"/>
        <pc:sldMkLst>
          <pc:docMk/>
          <pc:sldMk cId="3809874779" sldId="268"/>
        </pc:sldMkLst>
        <pc:spChg chg="mod">
          <ac:chgData name="Lekha Kalyani" userId="5607b37fe71ccc07" providerId="LiveId" clId="{30D1C43B-E7A5-4D7E-B6C7-D1447CEA5E6A}" dt="2026-10-09T09:04:20.413" v="517" actId="1076"/>
          <ac:spMkLst>
            <pc:docMk/>
            <pc:sldMk cId="3809874779" sldId="268"/>
            <ac:spMk id="2" creationId="{D97206E9-9A02-F186-7F4F-D308BA619752}"/>
          </ac:spMkLst>
        </pc:spChg>
        <pc:spChg chg="mod">
          <ac:chgData name="Lekha Kalyani" userId="5607b37fe71ccc07" providerId="LiveId" clId="{30D1C43B-E7A5-4D7E-B6C7-D1447CEA5E6A}" dt="2026-10-09T09:05:29.927" v="568" actId="20577"/>
          <ac:spMkLst>
            <pc:docMk/>
            <pc:sldMk cId="3809874779" sldId="268"/>
            <ac:spMk id="3" creationId="{EBD4D7B2-24CC-EB3E-0C56-8A1FFD738B23}"/>
          </ac:spMkLst>
        </pc:spChg>
      </pc:sldChg>
      <pc:sldChg chg="new del">
        <pc:chgData name="Lekha Kalyani" userId="5607b37fe71ccc07" providerId="LiveId" clId="{30D1C43B-E7A5-4D7E-B6C7-D1447CEA5E6A}" dt="2026-10-09T09:06:23.271" v="570" actId="2696"/>
        <pc:sldMkLst>
          <pc:docMk/>
          <pc:sldMk cId="3535758599" sldId="269"/>
        </pc:sldMkLst>
      </pc:sldChg>
      <pc:sldMasterChg chg="setBg modSldLayout">
        <pc:chgData name="Lekha Kalyani" userId="5607b37fe71ccc07" providerId="LiveId" clId="{30D1C43B-E7A5-4D7E-B6C7-D1447CEA5E6A}" dt="2026-10-08T19:26:51.629" v="3"/>
        <pc:sldMasterMkLst>
          <pc:docMk/>
          <pc:sldMasterMk cId="1605077724" sldId="2147483648"/>
        </pc:sldMasterMkLst>
        <pc:sldLayoutChg chg="setBg">
          <pc:chgData name="Lekha Kalyani" userId="5607b37fe71ccc07" providerId="LiveId" clId="{30D1C43B-E7A5-4D7E-B6C7-D1447CEA5E6A}" dt="2026-10-08T19:26:51.629" v="3"/>
          <pc:sldLayoutMkLst>
            <pc:docMk/>
            <pc:sldMasterMk cId="1605077724" sldId="2147483648"/>
            <pc:sldLayoutMk cId="3153202505" sldId="2147483649"/>
          </pc:sldLayoutMkLst>
        </pc:sldLayoutChg>
        <pc:sldLayoutChg chg="setBg">
          <pc:chgData name="Lekha Kalyani" userId="5607b37fe71ccc07" providerId="LiveId" clId="{30D1C43B-E7A5-4D7E-B6C7-D1447CEA5E6A}" dt="2026-10-08T19:26:51.629" v="3"/>
          <pc:sldLayoutMkLst>
            <pc:docMk/>
            <pc:sldMasterMk cId="1605077724" sldId="2147483648"/>
            <pc:sldLayoutMk cId="2292663528" sldId="2147483650"/>
          </pc:sldLayoutMkLst>
        </pc:sldLayoutChg>
        <pc:sldLayoutChg chg="setBg">
          <pc:chgData name="Lekha Kalyani" userId="5607b37fe71ccc07" providerId="LiveId" clId="{30D1C43B-E7A5-4D7E-B6C7-D1447CEA5E6A}" dt="2026-10-08T19:26:51.629" v="3"/>
          <pc:sldLayoutMkLst>
            <pc:docMk/>
            <pc:sldMasterMk cId="1605077724" sldId="2147483648"/>
            <pc:sldLayoutMk cId="2580369046" sldId="2147483651"/>
          </pc:sldLayoutMkLst>
        </pc:sldLayoutChg>
        <pc:sldLayoutChg chg="setBg">
          <pc:chgData name="Lekha Kalyani" userId="5607b37fe71ccc07" providerId="LiveId" clId="{30D1C43B-E7A5-4D7E-B6C7-D1447CEA5E6A}" dt="2026-10-08T19:26:51.629" v="3"/>
          <pc:sldLayoutMkLst>
            <pc:docMk/>
            <pc:sldMasterMk cId="1605077724" sldId="2147483648"/>
            <pc:sldLayoutMk cId="1917098987" sldId="2147483652"/>
          </pc:sldLayoutMkLst>
        </pc:sldLayoutChg>
        <pc:sldLayoutChg chg="setBg">
          <pc:chgData name="Lekha Kalyani" userId="5607b37fe71ccc07" providerId="LiveId" clId="{30D1C43B-E7A5-4D7E-B6C7-D1447CEA5E6A}" dt="2026-10-08T19:26:51.629" v="3"/>
          <pc:sldLayoutMkLst>
            <pc:docMk/>
            <pc:sldMasterMk cId="1605077724" sldId="2147483648"/>
            <pc:sldLayoutMk cId="3675002660" sldId="2147483653"/>
          </pc:sldLayoutMkLst>
        </pc:sldLayoutChg>
        <pc:sldLayoutChg chg="setBg">
          <pc:chgData name="Lekha Kalyani" userId="5607b37fe71ccc07" providerId="LiveId" clId="{30D1C43B-E7A5-4D7E-B6C7-D1447CEA5E6A}" dt="2026-10-08T19:26:51.629" v="3"/>
          <pc:sldLayoutMkLst>
            <pc:docMk/>
            <pc:sldMasterMk cId="1605077724" sldId="2147483648"/>
            <pc:sldLayoutMk cId="1752579652" sldId="2147483654"/>
          </pc:sldLayoutMkLst>
        </pc:sldLayoutChg>
        <pc:sldLayoutChg chg="setBg">
          <pc:chgData name="Lekha Kalyani" userId="5607b37fe71ccc07" providerId="LiveId" clId="{30D1C43B-E7A5-4D7E-B6C7-D1447CEA5E6A}" dt="2026-10-08T19:26:51.629" v="3"/>
          <pc:sldLayoutMkLst>
            <pc:docMk/>
            <pc:sldMasterMk cId="1605077724" sldId="2147483648"/>
            <pc:sldLayoutMk cId="4051629969" sldId="2147483655"/>
          </pc:sldLayoutMkLst>
        </pc:sldLayoutChg>
        <pc:sldLayoutChg chg="setBg">
          <pc:chgData name="Lekha Kalyani" userId="5607b37fe71ccc07" providerId="LiveId" clId="{30D1C43B-E7A5-4D7E-B6C7-D1447CEA5E6A}" dt="2026-10-08T19:26:51.629" v="3"/>
          <pc:sldLayoutMkLst>
            <pc:docMk/>
            <pc:sldMasterMk cId="1605077724" sldId="2147483648"/>
            <pc:sldLayoutMk cId="795374012" sldId="2147483656"/>
          </pc:sldLayoutMkLst>
        </pc:sldLayoutChg>
        <pc:sldLayoutChg chg="setBg">
          <pc:chgData name="Lekha Kalyani" userId="5607b37fe71ccc07" providerId="LiveId" clId="{30D1C43B-E7A5-4D7E-B6C7-D1447CEA5E6A}" dt="2026-10-08T19:26:51.629" v="3"/>
          <pc:sldLayoutMkLst>
            <pc:docMk/>
            <pc:sldMasterMk cId="1605077724" sldId="2147483648"/>
            <pc:sldLayoutMk cId="985954359" sldId="2147483657"/>
          </pc:sldLayoutMkLst>
        </pc:sldLayoutChg>
        <pc:sldLayoutChg chg="setBg">
          <pc:chgData name="Lekha Kalyani" userId="5607b37fe71ccc07" providerId="LiveId" clId="{30D1C43B-E7A5-4D7E-B6C7-D1447CEA5E6A}" dt="2026-10-08T19:26:51.629" v="3"/>
          <pc:sldLayoutMkLst>
            <pc:docMk/>
            <pc:sldMasterMk cId="1605077724" sldId="2147483648"/>
            <pc:sldLayoutMk cId="3921584068" sldId="2147483658"/>
          </pc:sldLayoutMkLst>
        </pc:sldLayoutChg>
        <pc:sldLayoutChg chg="setBg">
          <pc:chgData name="Lekha Kalyani" userId="5607b37fe71ccc07" providerId="LiveId" clId="{30D1C43B-E7A5-4D7E-B6C7-D1447CEA5E6A}" dt="2026-10-08T19:26:51.629" v="3"/>
          <pc:sldLayoutMkLst>
            <pc:docMk/>
            <pc:sldMasterMk cId="1605077724" sldId="2147483648"/>
            <pc:sldLayoutMk cId="3244806378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1601F-73DD-F954-14B7-8C57924450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A764E7-160F-68CE-882E-9E8B5F01BD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FFEBE-9653-FA37-324A-471574EE0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23F47-E6D8-4A7D-A695-3DDC93B009CE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C0B80-17D9-3368-21B5-1EE66B742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54678-7715-023E-D443-58F358ACC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F21E-451D-419F-9523-5CACC1CC71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202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D57DF-472C-B249-A38B-1F11880AE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5C3DE-1A01-0215-1559-AC49101E0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BD1E1-8191-1C06-BD8D-C2566044C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23F47-E6D8-4A7D-A695-3DDC93B009CE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602E2-926A-3534-C18A-E1722FEB7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56363-212C-FD2F-92C3-C4D056B3A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F21E-451D-419F-9523-5CACC1CC71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663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F45F7-33B8-C245-CC50-E3CDB42A4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8C6B92-5F65-99E7-D7DC-AD02B39D4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DDB9E-E7C7-66D9-0DF9-5340DFEB5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23F47-E6D8-4A7D-A695-3DDC93B009CE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41E95-6C33-9F11-1217-C39CC8BAA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63795-A70D-7508-CF53-D0B360EE4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F21E-451D-419F-9523-5CACC1CC71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369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C49BA-A509-0DFD-362F-72932A392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F8750-390A-901B-111C-B083EFC894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5B57A6-AF66-62E9-5156-A154D09B3A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4A4788-2D0B-3F35-12A1-AF568A80C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23F47-E6D8-4A7D-A695-3DDC93B009CE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1BE010-2427-4844-4AC9-AC8101BA0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0BF587-B1DE-8975-92B2-80FDD3D7B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F21E-451D-419F-9523-5CACC1CC71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098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33EE7-FE34-CDA5-37B4-82F56C7FB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4B52C-3238-D7CB-8989-011296EC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0DCF98-7755-89D6-99E3-8F5B770821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984FE7-BD76-672D-B82E-11C9C15576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BE04CE-0D96-C378-7370-1F4BD20815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1984AE-A41C-4162-25FA-AB5C3E48F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23F47-E6D8-4A7D-A695-3DDC93B009CE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F00A7E-2F9C-6426-36F5-F5E74F0BA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C839C6-100E-9EE6-1012-AD68B5CB7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F21E-451D-419F-9523-5CACC1CC71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00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92E10-B9C4-796F-3FD7-E3D324CE6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A4D8A6-76DB-0068-3BE0-8C9C783FA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23F47-E6D8-4A7D-A695-3DDC93B009CE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ED5696-DD1C-E12F-B78D-98E7A1E80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DCD377-F414-2731-32FD-53000E8F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F21E-451D-419F-9523-5CACC1CC71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579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18E884-631B-6C1F-C950-BD7CE029E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23F47-E6D8-4A7D-A695-3DDC93B009CE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925072-2168-9205-0A38-6A3466D3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B40DB-56C1-3B1E-31F9-4794C01AA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F21E-451D-419F-9523-5CACC1CC71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629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B1457-90CD-FFF4-4616-110543657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E9BF4-2B69-2707-0871-598F5B658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7E96A4-331A-6862-0B4E-EC2B0BA8BD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06DBC1-CC3E-E3A5-75D2-F8091068A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23F47-E6D8-4A7D-A695-3DDC93B009CE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B19A75-CE1C-FEE3-F508-35CB2B13E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02C07C-1D81-F2E8-B763-66705A7B9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F21E-451D-419F-9523-5CACC1CC71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374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6720C-F9E0-7DF3-A3CF-4D93CB859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D53AC0-D3F0-D444-7B69-ADA847AC08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4BA686-699E-FEE5-A750-DC86DBB99E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DF8489-8941-0D46-C53E-B1B0A242C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23F47-E6D8-4A7D-A695-3DDC93B009CE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E1C2EA-948F-3132-732C-26BD05F36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C395EC-56EA-E3A5-F21D-0DDA20E49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F21E-451D-419F-9523-5CACC1CC71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954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9321D-D4EB-634B-9396-FACE25C1A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768545-9C2F-8DD3-D90D-2233F43127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85C1A-A549-E0AC-9265-9DFC8F007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23F47-E6D8-4A7D-A695-3DDC93B009CE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4C750-1857-1FB7-4746-D1285F67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EDF80-C774-0D25-42E1-4E1A86D5A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F21E-451D-419F-9523-5CACC1CC71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584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DADF73-9435-0312-6973-ACB4369A83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488231-5287-18C4-7B3A-952977BB2C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3D1C1-F97B-4DD5-8320-24C47D1D6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23F47-E6D8-4A7D-A695-3DDC93B009CE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BBC5E-2C24-C14F-0A98-95E7801EE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FDF61-8730-EFE5-E2FA-DDE0A7D34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6F21E-451D-419F-9523-5CACC1CC71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806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0E07B8-59D9-DC0C-9465-0FE66060B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213397-0850-71A1-85D0-F275113A0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E642F-BBFA-1261-048F-569FF6B722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E23F47-E6D8-4A7D-A695-3DDC93B009CE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2EE25-D85A-0FC0-C382-2BE8A81997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384DA-FD79-A3EF-9EEF-5D32F122C5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86F21E-451D-419F-9523-5CACC1CC71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077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ickpik.com/water-drop-liquid-splash-wet-clean-303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Water_pollution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hyperlink" Target="https://creativecommons.org/licenses/by-sa/3.0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microsoft.com/office/2017/06/relationships/model3d" Target="../media/model3d2.glb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B0A37-036C-6AF3-5F0B-7844CB31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u="sng" dirty="0"/>
              <a:t>AI Guardian – Water Safety Monitoring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E7A16-08E7-B2A9-DCB6-9A2BEA78A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Detection, Diversion, Transparency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Presented by: </a:t>
            </a:r>
            <a:r>
              <a:rPr lang="en-IN" b="1" dirty="0" err="1"/>
              <a:t>Lakshmilekha</a:t>
            </a:r>
            <a:r>
              <a:rPr lang="en-IN" b="1" dirty="0"/>
              <a:t> Pillalamarri</a:t>
            </a:r>
          </a:p>
          <a:p>
            <a:pPr marL="0" indent="0">
              <a:buNone/>
            </a:pPr>
            <a:r>
              <a:rPr lang="en-IN" b="1" dirty="0"/>
              <a:t>                                BS in AI &amp; DS</a:t>
            </a:r>
          </a:p>
          <a:p>
            <a:pPr marL="0" indent="0">
              <a:buNone/>
            </a:pPr>
            <a:r>
              <a:rPr lang="en-IN" b="1" dirty="0"/>
              <a:t>                                </a:t>
            </a:r>
            <a:r>
              <a:rPr lang="en-IN" b="1" dirty="0" err="1"/>
              <a:t>Marwadi</a:t>
            </a:r>
            <a:r>
              <a:rPr lang="en-IN" b="1" dirty="0"/>
              <a:t> University</a:t>
            </a:r>
          </a:p>
        </p:txBody>
      </p:sp>
      <p:pic>
        <p:nvPicPr>
          <p:cNvPr id="5" name="Graphic 4" descr="Water with solid fill">
            <a:extLst>
              <a:ext uri="{FF2B5EF4-FFF2-40B4-BE49-F238E27FC236}">
                <a16:creationId xmlns:a16="http://schemas.microsoft.com/office/drawing/2014/main" id="{00ACE2FD-FBB2-1EC3-FC37-A168C9BC3F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" y="1893359"/>
            <a:ext cx="304800" cy="358776"/>
          </a:xfrm>
          <a:prstGeom prst="rect">
            <a:avLst/>
          </a:prstGeom>
        </p:spPr>
      </p:pic>
      <p:pic>
        <p:nvPicPr>
          <p:cNvPr id="7" name="Graphic 6" descr="Water with solid fill">
            <a:extLst>
              <a:ext uri="{FF2B5EF4-FFF2-40B4-BE49-F238E27FC236}">
                <a16:creationId xmlns:a16="http://schemas.microsoft.com/office/drawing/2014/main" id="{5BC03077-0370-FD44-8B16-2580FD72AF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" y="2875492"/>
            <a:ext cx="304800" cy="3587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7B7F40-F805-D300-E0E9-6234BBC2C9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841067" y="3835400"/>
            <a:ext cx="5350933" cy="30226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Graphic 5" descr="Water with solid fill">
            <a:extLst>
              <a:ext uri="{FF2B5EF4-FFF2-40B4-BE49-F238E27FC236}">
                <a16:creationId xmlns:a16="http://schemas.microsoft.com/office/drawing/2014/main" id="{A2153358-67F8-A06C-2DE7-9AD2611299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6033" y="838202"/>
            <a:ext cx="499533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5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5C726-DC6E-029D-CB8B-6380BC08F9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0867" y="931333"/>
            <a:ext cx="9144000" cy="668867"/>
          </a:xfrm>
        </p:spPr>
        <p:txBody>
          <a:bodyPr>
            <a:normAutofit fontScale="90000"/>
          </a:bodyPr>
          <a:lstStyle/>
          <a:p>
            <a:r>
              <a:rPr lang="en-IN" sz="4400" b="1" u="sng" dirty="0"/>
              <a:t>The Challenge of Water Contamination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FF0661-7BD8-CC01-EBDA-97AE86AB37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4133" y="2272771"/>
            <a:ext cx="9144000" cy="1655762"/>
          </a:xfrm>
        </p:spPr>
        <p:txBody>
          <a:bodyPr/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b="1" dirty="0">
                <a:effectLst/>
              </a:rPr>
              <a:t>Sewage mixing with drinking water causes health hazards.</a:t>
            </a:r>
            <a:endParaRPr lang="en-IN" b="1" dirty="0"/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b="1" dirty="0">
                <a:effectLst/>
              </a:rPr>
              <a:t>Lack of early detection and community awareness.</a:t>
            </a:r>
            <a:endParaRPr lang="en-IN" b="1" dirty="0"/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b="1" dirty="0">
                <a:effectLst/>
              </a:rPr>
              <a:t>Manual monitoring is slow and unreliable.</a:t>
            </a:r>
            <a:endParaRPr lang="en-IN" b="1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831857-2E0C-0586-2D01-E1791AE145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907593" y="4296304"/>
            <a:ext cx="10199740" cy="24463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AA05D2-F3B7-FCED-4F8B-A6BEE34E7B9D}"/>
              </a:ext>
            </a:extLst>
          </p:cNvPr>
          <p:cNvSpPr txBox="1"/>
          <p:nvPr/>
        </p:nvSpPr>
        <p:spPr>
          <a:xfrm>
            <a:off x="2226733" y="5705109"/>
            <a:ext cx="9880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en.wikipedia.org/wiki/Water_pollution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sa/3.0/"/>
              </a:rPr>
              <a:t>CC BY-SA</a:t>
            </a:r>
            <a:endParaRPr lang="en-IN" sz="900"/>
          </a:p>
        </p:txBody>
      </p:sp>
      <p:pic>
        <p:nvPicPr>
          <p:cNvPr id="7" name="Graphic 6" descr="Water with solid fill">
            <a:extLst>
              <a:ext uri="{FF2B5EF4-FFF2-40B4-BE49-F238E27FC236}">
                <a16:creationId xmlns:a16="http://schemas.microsoft.com/office/drawing/2014/main" id="{9B2D528B-4764-8F78-D367-7BFD655CF2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4600" y="1049866"/>
            <a:ext cx="499533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818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3D615-7D6A-96AD-1B2D-277E86827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6373F-5EB4-2A5A-44FC-564083147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>
                <a:effectLst/>
              </a:rPr>
              <a:t>Detect unsafe water using turbidity and pH sensors.</a:t>
            </a:r>
            <a:endParaRPr lang="en-IN" b="1" dirty="0"/>
          </a:p>
          <a:p>
            <a:pPr lvl="0"/>
            <a:r>
              <a:rPr lang="en-IN" b="1" dirty="0">
                <a:effectLst/>
              </a:rPr>
              <a:t>Divert sewage automatically when contamination detected.</a:t>
            </a:r>
            <a:endParaRPr lang="en-IN" b="1" dirty="0"/>
          </a:p>
          <a:p>
            <a:pPr lvl="0"/>
            <a:r>
              <a:rPr lang="en-IN" b="1" dirty="0">
                <a:effectLst/>
              </a:rPr>
              <a:t>Send SMS alerts to affected communities.</a:t>
            </a:r>
            <a:endParaRPr lang="en-IN" b="1" dirty="0"/>
          </a:p>
          <a:p>
            <a:pPr lvl="0"/>
            <a:r>
              <a:rPr lang="en-IN" b="1" dirty="0">
                <a:effectLst/>
              </a:rPr>
              <a:t>Maintain transparent records accessible to all.</a:t>
            </a:r>
            <a:endParaRPr lang="en-IN" b="1" dirty="0"/>
          </a:p>
          <a:p>
            <a:endParaRPr lang="en-IN" b="1" dirty="0"/>
          </a:p>
        </p:txBody>
      </p:sp>
      <p:pic>
        <p:nvPicPr>
          <p:cNvPr id="5" name="Graphic 4" descr="Water with solid fill">
            <a:extLst>
              <a:ext uri="{FF2B5EF4-FFF2-40B4-BE49-F238E27FC236}">
                <a16:creationId xmlns:a16="http://schemas.microsoft.com/office/drawing/2014/main" id="{BD8EA669-83BF-D50C-315F-6C60E630FF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0133" y="653257"/>
            <a:ext cx="668867" cy="633676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3D Model 5" descr="Mobile phone">
                <a:extLst>
                  <a:ext uri="{FF2B5EF4-FFF2-40B4-BE49-F238E27FC236}">
                    <a16:creationId xmlns:a16="http://schemas.microsoft.com/office/drawing/2014/main" id="{CDBF5734-8BFB-E0ED-2F99-189510410B0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90378747"/>
                  </p:ext>
                </p:extLst>
              </p:nvPr>
            </p:nvGraphicFramePr>
            <p:xfrm rot="1033881">
              <a:off x="10417715" y="4314487"/>
              <a:ext cx="1018373" cy="2032144"/>
            </p:xfrm>
            <a:graphic>
              <a:graphicData uri="http://schemas.microsoft.com/office/drawing/2017/model3d">
                <am3d:model3d r:embed="rId3">
                  <am3d:spPr>
                    <a:xfrm rot="1033881">
                      <a:off x="0" y="0"/>
                      <a:ext cx="1018373" cy="2032144"/>
                    </a:xfrm>
                    <a:prstGeom prst="rect">
                      <a:avLst/>
                    </a:prstGeom>
                  </am3d:spPr>
                  <am3d:camera>
                    <am3d:pos x="0" y="0" z="525007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2307497" d="1000000"/>
                    <am3d:preTrans dx="-44610" dy="-17992235" dz="888902"/>
                    <am3d:scale>
                      <am3d:sx n="1000000" d="1000000"/>
                      <am3d:sy n="1000000" d="1000000"/>
                      <am3d:sz n="1000000" d="1000000"/>
                    </am3d:scale>
                    <am3d:rot ax="817001" ay="-1042887" az="-24834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225366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3D Model 5" descr="Mobile phone">
                <a:extLst>
                  <a:ext uri="{FF2B5EF4-FFF2-40B4-BE49-F238E27FC236}">
                    <a16:creationId xmlns:a16="http://schemas.microsoft.com/office/drawing/2014/main" id="{CDBF5734-8BFB-E0ED-2F99-189510410B0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33881">
                <a:off x="10417715" y="4314487"/>
                <a:ext cx="1018373" cy="20321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" name="3D Model 9" descr="Vintage Rotary Phone">
                <a:extLst>
                  <a:ext uri="{FF2B5EF4-FFF2-40B4-BE49-F238E27FC236}">
                    <a16:creationId xmlns:a16="http://schemas.microsoft.com/office/drawing/2014/main" id="{10B1D648-1028-AEE3-2E21-E53D5C13A67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602403696"/>
                  </p:ext>
                </p:extLst>
              </p:nvPr>
            </p:nvGraphicFramePr>
            <p:xfrm>
              <a:off x="7586541" y="4572780"/>
              <a:ext cx="3170951" cy="2073817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170951" cy="2073817"/>
                    </a:xfrm>
                    <a:prstGeom prst="rect">
                      <a:avLst/>
                    </a:prstGeom>
                  </am3d:spPr>
                  <am3d:camera>
                    <am3d:pos x="0" y="0" z="704538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469828" d="1000000"/>
                    <am3d:preTrans dx="3977237" dy="-1030665" dz="3981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22793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" name="3D Model 9" descr="Vintage Rotary Phone">
                <a:extLst>
                  <a:ext uri="{FF2B5EF4-FFF2-40B4-BE49-F238E27FC236}">
                    <a16:creationId xmlns:a16="http://schemas.microsoft.com/office/drawing/2014/main" id="{10B1D648-1028-AEE3-2E21-E53D5C13A67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86541" y="4572780"/>
                <a:ext cx="3170951" cy="207381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5406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2D030-DCFF-ED94-2EC8-AF5C8B7C9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/>
            <a:r>
              <a:rPr lang="en-IN" sz="2400" b="1" i="1" u="sng" dirty="0">
                <a:effectLst/>
              </a:rPr>
              <a:t>How AI Guardian Works</a:t>
            </a:r>
            <a:br>
              <a:rPr lang="en-IN" sz="2400" b="1" dirty="0"/>
            </a:br>
            <a:r>
              <a:rPr lang="en-IN" sz="2400" b="1" dirty="0">
                <a:effectLst/>
              </a:rPr>
              <a:t>Sensors → AI Guardian (Python) → MySQL → SMS → Transparency Dashboard.</a:t>
            </a:r>
            <a:br>
              <a:rPr lang="en-IN" sz="2400" b="1" dirty="0"/>
            </a:br>
            <a:endParaRPr lang="en-IN" sz="24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6801E5-3AD2-3AFC-2AF6-6ABB3E49B3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496" y="1825625"/>
            <a:ext cx="6527007" cy="4351338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4" name="Graphic 3" descr="Water with solid fill">
            <a:extLst>
              <a:ext uri="{FF2B5EF4-FFF2-40B4-BE49-F238E27FC236}">
                <a16:creationId xmlns:a16="http://schemas.microsoft.com/office/drawing/2014/main" id="{A024412D-0CC0-CEF5-C88C-02CED546D4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8667" y="474136"/>
            <a:ext cx="499533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702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03B58-1A3A-14D7-980B-A26F848F2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192"/>
            <a:ext cx="10515600" cy="1325563"/>
          </a:xfrm>
        </p:spPr>
        <p:txBody>
          <a:bodyPr>
            <a:noAutofit/>
          </a:bodyPr>
          <a:lstStyle/>
          <a:p>
            <a:pPr lvl="0"/>
            <a:br>
              <a:rPr lang="en-IN" sz="3600" b="1" u="sng" dirty="0"/>
            </a:br>
            <a:r>
              <a:rPr lang="en-IN" sz="3600" b="1" u="sng" dirty="0"/>
              <a:t>Real‑Time Monitoring Interface</a:t>
            </a:r>
            <a:br>
              <a:rPr lang="en-IN" sz="3600" b="1" u="sng" dirty="0"/>
            </a:br>
            <a:br>
              <a:rPr lang="en-IN" sz="2800" b="1" u="sng" dirty="0"/>
            </a:br>
            <a:r>
              <a:rPr lang="en-IN" sz="2800" b="1" dirty="0"/>
              <a:t>Displays turbidity, pH, and status (SAFE/UNSAFE).</a:t>
            </a:r>
            <a:br>
              <a:rPr lang="en-IN" sz="2800" b="1" dirty="0"/>
            </a:br>
            <a:r>
              <a:rPr lang="en-IN" sz="2800" b="1" dirty="0"/>
              <a:t>Logs every reading automatically.</a:t>
            </a:r>
            <a:br>
              <a:rPr lang="en-IN" sz="2800" b="1" dirty="0"/>
            </a:br>
            <a:endParaRPr lang="en-IN" sz="2800" b="1" u="sn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503D14-EF48-8007-4BFB-F46873290C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3733" y="2097181"/>
            <a:ext cx="7220196" cy="4257582"/>
          </a:xfrm>
          <a:prstGeom prst="rect">
            <a:avLst/>
          </a:prstGeom>
        </p:spPr>
      </p:pic>
      <p:pic>
        <p:nvPicPr>
          <p:cNvPr id="7" name="Graphic 6" descr="Water with solid fill">
            <a:extLst>
              <a:ext uri="{FF2B5EF4-FFF2-40B4-BE49-F238E27FC236}">
                <a16:creationId xmlns:a16="http://schemas.microsoft.com/office/drawing/2014/main" id="{CB4C6CF5-E02A-2DDE-FD93-ADA575CE7A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433" y="254002"/>
            <a:ext cx="499533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472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CA403-3744-AF40-2AB8-42137344C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br>
              <a:rPr lang="en-IN" sz="3600" dirty="0"/>
            </a:br>
            <a:br>
              <a:rPr lang="en-IN" sz="3600" dirty="0"/>
            </a:br>
            <a:r>
              <a:rPr lang="en-IN" sz="3600" b="1" u="sng" dirty="0"/>
              <a:t>Water Quality Trends</a:t>
            </a:r>
            <a:br>
              <a:rPr lang="en-IN" sz="3600" dirty="0"/>
            </a:br>
            <a:br>
              <a:rPr lang="en-IN" sz="3600" dirty="0"/>
            </a:br>
            <a:r>
              <a:rPr lang="en-IN" sz="3100" b="1" dirty="0"/>
              <a:t>Graph shows turbidity and pH variations over time.</a:t>
            </a:r>
            <a:br>
              <a:rPr lang="en-IN" sz="3100" b="1" dirty="0"/>
            </a:br>
            <a:r>
              <a:rPr lang="en-IN" sz="3100" b="1" dirty="0"/>
              <a:t>Safe limits marked for quick interpretation</a:t>
            </a:r>
            <a:r>
              <a:rPr lang="en-IN" sz="3600" b="1" dirty="0"/>
              <a:t>.</a:t>
            </a:r>
            <a:br>
              <a:rPr lang="en-IN" sz="3600" b="1" dirty="0"/>
            </a:br>
            <a:endParaRPr lang="en-IN" sz="36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61D658-B379-6953-313D-99A0EE107B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1" y="2316692"/>
            <a:ext cx="7865532" cy="4351338"/>
          </a:xfrm>
          <a:prstGeom prst="rect">
            <a:avLst/>
          </a:prstGeom>
        </p:spPr>
      </p:pic>
      <p:pic>
        <p:nvPicPr>
          <p:cNvPr id="7" name="Graphic 6" descr="Water with solid fill">
            <a:extLst>
              <a:ext uri="{FF2B5EF4-FFF2-40B4-BE49-F238E27FC236}">
                <a16:creationId xmlns:a16="http://schemas.microsoft.com/office/drawing/2014/main" id="{188FE754-80CB-E5D5-220E-B127B0845D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8667" y="365125"/>
            <a:ext cx="499533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432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CCD28-BC4E-03D2-E0B2-402575645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0659"/>
            <a:ext cx="10515600" cy="1325563"/>
          </a:xfrm>
        </p:spPr>
        <p:txBody>
          <a:bodyPr>
            <a:normAutofit fontScale="90000"/>
          </a:bodyPr>
          <a:lstStyle/>
          <a:p>
            <a:pPr lvl="0"/>
            <a:br>
              <a:rPr lang="en-IN" sz="3600" b="1" u="sng" dirty="0"/>
            </a:br>
            <a:r>
              <a:rPr lang="en-IN" sz="3600" b="1" u="sng" dirty="0"/>
              <a:t>Data Storage and Logging</a:t>
            </a:r>
            <a:br>
              <a:rPr lang="en-IN" sz="3600" b="1" u="sng" dirty="0"/>
            </a:br>
            <a:br>
              <a:rPr lang="en-IN" sz="3600" b="1" u="sng" dirty="0"/>
            </a:br>
            <a:r>
              <a:rPr lang="en-IN" sz="2700" b="1" dirty="0"/>
              <a:t>Sensor readings and actions stored in MySQL tables.</a:t>
            </a:r>
            <a:br>
              <a:rPr lang="en-IN" sz="2700" b="1" dirty="0"/>
            </a:br>
            <a:r>
              <a:rPr lang="en-IN" sz="2700" b="1" dirty="0"/>
              <a:t>Ensures permanent record for analysis</a:t>
            </a:r>
            <a:r>
              <a:rPr lang="en-IN" sz="3100" dirty="0"/>
              <a:t>.</a:t>
            </a:r>
            <a:br>
              <a:rPr lang="en-IN" sz="3100" dirty="0"/>
            </a:br>
            <a:r>
              <a:rPr lang="en-IN" sz="2700" b="1" dirty="0"/>
              <a:t>“Every reading is traceable.”</a:t>
            </a:r>
            <a:br>
              <a:rPr lang="en-IN" sz="3600" dirty="0"/>
            </a:br>
            <a:endParaRPr lang="en-IN" sz="3600" b="1" u="sn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2FC0B5-7345-067F-0B96-633EF6BF89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96372" y="2291292"/>
            <a:ext cx="4045361" cy="4212066"/>
          </a:xfrm>
          <a:prstGeom prst="rect">
            <a:avLst/>
          </a:prstGeom>
        </p:spPr>
      </p:pic>
      <p:pic>
        <p:nvPicPr>
          <p:cNvPr id="7" name="Graphic 6" descr="Water with solid fill">
            <a:extLst>
              <a:ext uri="{FF2B5EF4-FFF2-40B4-BE49-F238E27FC236}">
                <a16:creationId xmlns:a16="http://schemas.microsoft.com/office/drawing/2014/main" id="{A3C3E3ED-2640-A28D-9D4E-062A60D9F5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2166" y="321735"/>
            <a:ext cx="499533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436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B7D34-1970-381B-D8F8-DE39AF00C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2037"/>
            <a:ext cx="10515600" cy="1325563"/>
          </a:xfrm>
        </p:spPr>
        <p:txBody>
          <a:bodyPr>
            <a:normAutofit fontScale="90000"/>
          </a:bodyPr>
          <a:lstStyle/>
          <a:p>
            <a:pPr lvl="0"/>
            <a:r>
              <a:rPr lang="en-IN" sz="3600" b="1" u="sng" dirty="0"/>
              <a:t>Transparent Records for Accountability</a:t>
            </a:r>
            <a:br>
              <a:rPr lang="en-IN" sz="3200" b="1" u="sng" dirty="0"/>
            </a:br>
            <a:br>
              <a:rPr lang="en-IN" sz="3200" b="1" u="sng" dirty="0"/>
            </a:br>
            <a:r>
              <a:rPr lang="en-IN" sz="3100" b="1" dirty="0" err="1"/>
              <a:t>Tkinter</a:t>
            </a:r>
            <a:r>
              <a:rPr lang="en-IN" sz="3100" b="1" dirty="0"/>
              <a:t> table view shows all readings.</a:t>
            </a:r>
            <a:br>
              <a:rPr lang="en-IN" sz="3100" b="1" dirty="0"/>
            </a:br>
            <a:r>
              <a:rPr lang="en-IN" sz="3100" b="1" dirty="0"/>
              <a:t>Data visible to community and authorities.</a:t>
            </a:r>
            <a:br>
              <a:rPr lang="en-IN" sz="3100" b="1" dirty="0"/>
            </a:br>
            <a:br>
              <a:rPr lang="en-IN" sz="3100" b="1" dirty="0"/>
            </a:br>
            <a:r>
              <a:rPr lang="en-IN" sz="3200" dirty="0"/>
              <a:t>“</a:t>
            </a:r>
            <a:r>
              <a:rPr lang="en-IN" sz="3100" b="1" dirty="0"/>
              <a:t>Transparent records ensure accountability and community trust.”</a:t>
            </a:r>
            <a:br>
              <a:rPr lang="en-IN" sz="2700" b="1" dirty="0"/>
            </a:br>
            <a:endParaRPr lang="en-IN" sz="3200" b="1" u="sn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EF19D1-F578-BF94-8219-9FFF64F4A2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8328" y="2777067"/>
            <a:ext cx="3436098" cy="3577696"/>
          </a:xfrm>
          <a:prstGeom prst="rect">
            <a:avLst/>
          </a:prstGeom>
        </p:spPr>
      </p:pic>
      <p:pic>
        <p:nvPicPr>
          <p:cNvPr id="7" name="Graphic 6" descr="Water with solid fill">
            <a:extLst>
              <a:ext uri="{FF2B5EF4-FFF2-40B4-BE49-F238E27FC236}">
                <a16:creationId xmlns:a16="http://schemas.microsoft.com/office/drawing/2014/main" id="{F1BFCF39-8EEE-B74A-DE79-A5B8B83254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330202"/>
            <a:ext cx="499533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8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94D8A-972A-98BE-1483-D11A152C3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u="sng" dirty="0"/>
              <a:t>Instant Community Notifications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9B470-DAA1-0AE0-FC35-E4AB38A60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Unsafe readings trigger SMS alerts.</a:t>
            </a:r>
          </a:p>
          <a:p>
            <a:pPr lvl="0"/>
            <a:r>
              <a:rPr lang="en-IN" b="1" dirty="0"/>
              <a:t>Messages sent to registered community contacts.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872231-CF94-FBE5-0D15-FC1653281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781" y="4475963"/>
            <a:ext cx="10194019" cy="1701000"/>
          </a:xfrm>
          <a:prstGeom prst="rect">
            <a:avLst/>
          </a:prstGeom>
        </p:spPr>
      </p:pic>
      <p:pic>
        <p:nvPicPr>
          <p:cNvPr id="7" name="Graphic 6" descr="Water with solid fill">
            <a:extLst>
              <a:ext uri="{FF2B5EF4-FFF2-40B4-BE49-F238E27FC236}">
                <a16:creationId xmlns:a16="http://schemas.microsoft.com/office/drawing/2014/main" id="{1860F824-D49B-D8D3-2F6C-76B7DD7B05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100" y="812006"/>
            <a:ext cx="499533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312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6BFCF-F3EA-96D3-83EC-E27699F57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u="sng" dirty="0"/>
              <a:t>Real‑World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56E95-14E6-5D71-938B-6A080E6B5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Prevents contaminated water supply.</a:t>
            </a:r>
          </a:p>
          <a:p>
            <a:pPr lvl="0"/>
            <a:r>
              <a:rPr lang="en-IN" b="1" dirty="0"/>
              <a:t>Empowers communities with real‑time info.</a:t>
            </a:r>
          </a:p>
          <a:p>
            <a:pPr lvl="0"/>
            <a:r>
              <a:rPr lang="en-IN" b="1" dirty="0"/>
              <a:t>Promotes transparency and accountability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pic>
        <p:nvPicPr>
          <p:cNvPr id="5" name="Graphic 4" descr="Water with solid fill">
            <a:extLst>
              <a:ext uri="{FF2B5EF4-FFF2-40B4-BE49-F238E27FC236}">
                <a16:creationId xmlns:a16="http://schemas.microsoft.com/office/drawing/2014/main" id="{11BE46DA-11F8-4421-24FE-7E438A953C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6033" y="812006"/>
            <a:ext cx="499533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906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D6C57-6E76-A013-8795-876021C48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u="sng" dirty="0"/>
              <a:t>Next Steps and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464C0-E606-D05E-1B45-197C73B53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Integrate IoT sensors for live data.</a:t>
            </a:r>
          </a:p>
          <a:p>
            <a:pPr lvl="0"/>
            <a:r>
              <a:rPr lang="en-IN" b="1" dirty="0"/>
              <a:t>Use real SMS gateways (Twilio/Fast2SMS).</a:t>
            </a:r>
          </a:p>
          <a:p>
            <a:pPr lvl="0"/>
            <a:r>
              <a:rPr lang="en-IN" b="1" dirty="0"/>
              <a:t>Build web dashboard for remote access.</a:t>
            </a:r>
          </a:p>
          <a:p>
            <a:pPr lvl="0"/>
            <a:r>
              <a:rPr lang="en-IN" b="1" dirty="0"/>
              <a:t>Add AI prediction for contamination trends.</a:t>
            </a:r>
          </a:p>
          <a:p>
            <a:endParaRPr lang="en-IN" dirty="0"/>
          </a:p>
        </p:txBody>
      </p:sp>
      <p:pic>
        <p:nvPicPr>
          <p:cNvPr id="5" name="Graphic 4" descr="Water with solid fill">
            <a:extLst>
              <a:ext uri="{FF2B5EF4-FFF2-40B4-BE49-F238E27FC236}">
                <a16:creationId xmlns:a16="http://schemas.microsoft.com/office/drawing/2014/main" id="{CF7770A7-942E-C6DC-8339-D12A738BF0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6033" y="812006"/>
            <a:ext cx="499533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931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EB72F-E7E7-4371-55F5-99E939967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u="sng" dirty="0"/>
              <a:t>Final Thoughts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FDC86-3AAE-F511-9811-A11B2FCC3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“AI Guardian ensures safe water through detection, diversion, and transparency.”</a:t>
            </a:r>
          </a:p>
        </p:txBody>
      </p:sp>
      <p:pic>
        <p:nvPicPr>
          <p:cNvPr id="5" name="Graphic 4" descr="Water with solid fill">
            <a:extLst>
              <a:ext uri="{FF2B5EF4-FFF2-40B4-BE49-F238E27FC236}">
                <a16:creationId xmlns:a16="http://schemas.microsoft.com/office/drawing/2014/main" id="{29441298-341B-4AEB-6B23-914A2944E2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2534" y="812006"/>
            <a:ext cx="499533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287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206E9-9A02-F186-7F4F-D308BA619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467" y="-1590675"/>
            <a:ext cx="10515600" cy="5811838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4D7B2-24CC-EB3E-0C56-8A1FFD738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6758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3900" b="1" dirty="0"/>
              <a:t>Thank You</a:t>
            </a:r>
          </a:p>
          <a:p>
            <a:endParaRPr lang="en-IN" dirty="0"/>
          </a:p>
          <a:p>
            <a:r>
              <a:rPr lang="en-IN" dirty="0"/>
              <a:t>Grateful for the guidance and support received during this internship project. </a:t>
            </a:r>
          </a:p>
          <a:p>
            <a:r>
              <a:rPr lang="en-IN" dirty="0"/>
              <a:t>This work on AI Guardian reflects my learning journey in AI &amp; Data Science </a:t>
            </a:r>
          </a:p>
          <a:p>
            <a:r>
              <a:rPr lang="en-IN" dirty="0"/>
              <a:t>and my commitment to building solutions that ensure safe and transparent water systems.</a:t>
            </a:r>
          </a:p>
          <a:p>
            <a:endParaRPr lang="en-IN" dirty="0"/>
          </a:p>
          <a:p>
            <a:r>
              <a:rPr lang="en-IN" dirty="0"/>
              <a:t>Presented by: </a:t>
            </a:r>
            <a:r>
              <a:rPr lang="en-IN" dirty="0" err="1"/>
              <a:t>Lakshmilekha</a:t>
            </a:r>
            <a:r>
              <a:rPr lang="en-IN" dirty="0"/>
              <a:t> Pillalamarri</a:t>
            </a:r>
          </a:p>
          <a:p>
            <a:r>
              <a:rPr lang="en-IN" dirty="0"/>
              <a:t>BS in AI &amp; DS, </a:t>
            </a:r>
            <a:r>
              <a:rPr lang="en-IN" dirty="0" err="1"/>
              <a:t>Marwadi</a:t>
            </a:r>
            <a:r>
              <a:rPr lang="en-IN" dirty="0"/>
              <a:t> University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9874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377</Words>
  <Application>Microsoft Office PowerPoint</Application>
  <PresentationFormat>Widescreen</PresentationFormat>
  <Paragraphs>43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AI Guardian – Water Safety Monitoring System</vt:lpstr>
      <vt:lpstr>The Challenge of Water Contamination</vt:lpstr>
      <vt:lpstr>Project Objectives</vt:lpstr>
      <vt:lpstr>How AI Guardian Works Sensors → AI Guardian (Python) → MySQL → SMS → Transparency Dashboard. </vt:lpstr>
      <vt:lpstr> Real‑Time Monitoring Interface  Displays turbidity, pH, and status (SAFE/UNSAFE). Logs every reading automatically. </vt:lpstr>
      <vt:lpstr>  Water Quality Trends  Graph shows turbidity and pH variations over time. Safe limits marked for quick interpretation. </vt:lpstr>
      <vt:lpstr> Data Storage and Logging  Sensor readings and actions stored in MySQL tables. Ensures permanent record for analysis. “Every reading is traceable.” </vt:lpstr>
      <vt:lpstr>Transparent Records for Accountability  Tkinter table view shows all readings. Data visible to community and authorities.  “Transparent records ensure accountability and community trust.” </vt:lpstr>
      <vt:lpstr>Instant Community Notifications</vt:lpstr>
      <vt:lpstr>Real‑World Benefits</vt:lpstr>
      <vt:lpstr>Next Steps and Improvements</vt:lpstr>
      <vt:lpstr>Final Thoughts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Lekha Kalyani</dc:creator>
  <cp:lastModifiedBy>Lekha Kalyani</cp:lastModifiedBy>
  <cp:revision>1</cp:revision>
  <dcterms:created xsi:type="dcterms:W3CDTF">2026-10-08T19:16:44Z</dcterms:created>
  <dcterms:modified xsi:type="dcterms:W3CDTF">2026-10-09T09:08:56Z</dcterms:modified>
</cp:coreProperties>
</file>